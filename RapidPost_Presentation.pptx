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2937"/>
                </a:solidFill>
              </a:defRPr>
            </a:pPr>
            <a:r>
              <a:t>RapidPost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AI-Powered Real-Time Blogging Platform</a:t>
            </a:r>
          </a:p>
          <a:p>
            <a:r>
              <a:t>B.E./B.Tech Final Year Project Presentation</a:t>
            </a:r>
          </a:p>
        </p:txBody>
      </p:sp>
      <p:pic>
        <p:nvPicPr>
          <p:cNvPr id="4" name="Picture 3" descr="pwa-512x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2937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74151"/>
                </a:solidFill>
              </a:defRPr>
            </a:pPr>
            <a:r>
              <a:t>Traditional blogging platforms have high content creation friction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Limited real-time interaction for likes/comments/notifications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Weak auth/session handling in many student-level projects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Poor offline/mobile experience and limited accessibility support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Need a modern, secure, scalable and AI-assisted blogging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2937"/>
                </a:solidFill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74151"/>
                </a:solidFill>
              </a:defRPr>
            </a:pPr>
            <a:r>
              <a:t>Build a full-stack MERN blogging platform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Enable AI-assisted blog generation using Google Gemini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Implement secure JWT + refresh rotation + OTP verification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Provide live engagement via Socket.IO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Deliver PWA + push notifications + multilingual accessibility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2937"/>
                </a:solidFill>
              </a:defRPr>
            </a:pPr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74151"/>
                </a:solidFill>
              </a:defRPr>
            </a:pPr>
            <a:r>
              <a:t>RapidPost combines content creation, AI assistance, and social engagement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Manual + AI writing modes with rich Tiptap editor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Real-time comments, likes, follows and notifications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Installable PWA with offline caching and web push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SEO-ready metadata and dynamic sitemap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2937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486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2563EB"/>
                </a:solidFill>
              </a:defRPr>
            </a:pPr>
            <a:r>
              <a:t>Frontend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React 19 + Vite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React Router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Axios + Interceptors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Socket.IO Client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Tiptap Editor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Vite PWA + Workbox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486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2563EB"/>
                </a:solidFill>
              </a:defRPr>
            </a:pPr>
            <a:r>
              <a:t>Backend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Node.js + Express 5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MongoDB + Mongoose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JWT + Bcrypt + Joi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Socket.IO Server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Nodemailer + OTP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Cloudinary + Gemini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2937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74151"/>
                </a:solidFill>
              </a:defRPr>
            </a:pPr>
            <a:r>
              <a:t>Client: React SPA deployed on Vercel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Server: Express + Socket.IO deployed on AWS EC2 (PM2)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Data: MongoDB Atlas for persistence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Media: Cloudinary for image upload and CDN delivery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AI + Push: Google Gemini API + VAPID-based web push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2937"/>
                </a:solidFill>
              </a:defRPr>
            </a:pPr>
            <a:r>
              <a:t>Authentication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74151"/>
                </a:solidFill>
              </a:defRPr>
            </a:pPr>
            <a:r>
              <a:t>Stateless JWT access token (short-lived, in-memory storage)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HttpOnly refresh token cookie with rotation and revocation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Bcrypt password hashing and OTP email verification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Route protection with ownership checks for edits/deletes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Express rate limiting and Joi input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2937"/>
                </a:solidFill>
              </a:defRPr>
            </a:pPr>
            <a:r>
              <a:t>AI &amp; Accessibility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74151"/>
                </a:solidFill>
              </a:defRPr>
            </a:pPr>
            <a:r>
              <a:t>Gemini-powered blog generation: tone, length, format, language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Rich-text editor for manual refinement and publishing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Voice typing via Web Speech API in multiple languages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Read-aloud with browser speech synthesis support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Useful for faster writing and inclusive content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2937"/>
                </a:solidFill>
              </a:defRPr>
            </a:pPr>
            <a:r>
              <a:t>Real-Time &amp; Notification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74151"/>
                </a:solidFill>
              </a:defRPr>
            </a:pPr>
            <a:r>
              <a:t>Socket.IO rooms: user-specific and blog-specific events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Instant updates for comments, likes, and live counters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Notification service with preference-aware delivery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Dual-channel notifications: in-app socket + web push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Unread badge, mark-read, and cleanup lifecycle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2937"/>
                </a:solidFill>
              </a:defRPr>
            </a:pPr>
            <a:r>
              <a:t>PWA, SEO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74151"/>
                </a:solidFill>
              </a:defRPr>
            </a:pPr>
            <a:r>
              <a:t>Installable app with offline caching (Workbox)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Push notifications via service worker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Route-based lazy loading and optimized initial bundle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Dynamic meta tags using react-helmet-async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Auto-generated /sitemap.xml for indexing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2937"/>
                </a:solidFill>
              </a:defRPr>
            </a:pPr>
            <a:r>
              <a:t>Deployment &amp;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74151"/>
                </a:solidFill>
              </a:defRPr>
            </a:pPr>
            <a:r>
              <a:t>Frontend hosted on Vercel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Backend hosted on AWS EC2 with PM2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Database on MongoDB Atlas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GitHub Actions workflow for backend deployment automation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Environment-driven configuration for secrets and APIs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2937"/>
                </a:solidFill>
              </a:defRPr>
            </a:pPr>
            <a:r>
              <a:t>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74151"/>
                </a:solidFill>
              </a:defRPr>
            </a:pPr>
            <a:r>
              <a:t>End-to-end blogging workflow implemented successfully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Secure auth + session rotation architecture working in production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Real-time user engagement features operational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AI-assisted writing and multilingual input integrated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Live deployment available at https://www.rapidpost.live/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2937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74151"/>
                </a:solidFill>
              </a:defRPr>
            </a:pPr>
            <a:r>
              <a:t>Draft/scheduled publishing and advanced recommendation engine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Redis adapter for Socket.IO horizontal scaling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Queue-based async notification processing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Automated unit/integration/e2e testing suite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Admin moderation dashboard and analytics expansion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2937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74151"/>
                </a:solidFill>
              </a:defRPr>
            </a:pPr>
            <a:r>
              <a:t>RapidPost demonstrates a production-style full-stack implementation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Successfully combines AI, security, real-time communication, and PWA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Provides a scalable foundation for next-generation blogging platforms</a:t>
            </a:r>
          </a:p>
          <a:p>
            <a:pPr>
              <a:defRPr sz="2200">
                <a:solidFill>
                  <a:srgbClr val="374151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