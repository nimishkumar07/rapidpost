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F172A"/>
                </a:solidFill>
                <a:latin typeface="Poppins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0" cy="2286000"/>
          </a:xfrm>
          <a:prstGeom prst="rect">
            <a:avLst/>
          </a:prstGeom>
          <a:solidFill>
            <a:srgbClr val="DBEAFE"/>
          </a:solidFill>
          <a:ln w="165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08176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Poppins"/>
              </a:defRPr>
            </a:pPr>
            <a:r>
              <a:t>Frontend</a:t>
            </a:r>
          </a:p>
        </p:txBody>
      </p:sp>
      <p:pic>
        <p:nvPicPr>
          <p:cNvPr id="6" name="Picture 5" descr="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901952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" y="1901952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React</a:t>
            </a:r>
          </a:p>
        </p:txBody>
      </p:sp>
      <p:pic>
        <p:nvPicPr>
          <p:cNvPr id="8" name="Picture 7" descr="v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901952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11880" y="1901952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Vite</a:t>
            </a:r>
          </a:p>
        </p:txBody>
      </p:sp>
      <p:pic>
        <p:nvPicPr>
          <p:cNvPr id="10" name="Picture 9" descr="bootstr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542032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8992" y="2542032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Bootstrap 5</a:t>
            </a:r>
          </a:p>
        </p:txBody>
      </p:sp>
      <p:pic>
        <p:nvPicPr>
          <p:cNvPr id="12" name="Picture 11" descr="axi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542032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11880" y="2542032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Axios</a:t>
            </a:r>
          </a:p>
        </p:txBody>
      </p:sp>
      <p:pic>
        <p:nvPicPr>
          <p:cNvPr id="14" name="Picture 13" descr="reactrou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3182112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78992" y="3182112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React Router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5486400" cy="2286000"/>
          </a:xfrm>
          <a:prstGeom prst="rect">
            <a:avLst/>
          </a:prstGeom>
          <a:solidFill>
            <a:srgbClr val="DCFCE7"/>
          </a:solidFill>
          <a:ln w="165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08176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Poppins"/>
              </a:defRPr>
            </a:pPr>
            <a:r>
              <a:t>Backend</a:t>
            </a:r>
          </a:p>
        </p:txBody>
      </p:sp>
      <p:pic>
        <p:nvPicPr>
          <p:cNvPr id="18" name="Picture 17" descr="nodej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1901952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39712" y="1901952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Node.js</a:t>
            </a:r>
          </a:p>
        </p:txBody>
      </p:sp>
      <p:pic>
        <p:nvPicPr>
          <p:cNvPr id="20" name="Picture 19" descr="expre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0" y="190195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72600" y="1901952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Express.js</a:t>
            </a:r>
          </a:p>
        </p:txBody>
      </p:sp>
      <p:pic>
        <p:nvPicPr>
          <p:cNvPr id="22" name="Picture 21" descr="jw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2542032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39712" y="2542032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JWT</a:t>
            </a:r>
          </a:p>
        </p:txBody>
      </p:sp>
      <p:pic>
        <p:nvPicPr>
          <p:cNvPr id="24" name="Picture 23" descr="socketi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0" y="2542032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72600" y="2542032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Socket.IO</a:t>
            </a:r>
          </a:p>
        </p:txBody>
      </p:sp>
      <p:pic>
        <p:nvPicPr>
          <p:cNvPr id="26" name="Picture 25" descr="mongoo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9672" y="3182112"/>
            <a:ext cx="274320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39712" y="3182112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Mongoose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49039"/>
            <a:ext cx="5486400" cy="2286000"/>
          </a:xfrm>
          <a:prstGeom prst="rect">
            <a:avLst/>
          </a:prstGeom>
          <a:solidFill>
            <a:srgbClr val="FEF3C7"/>
          </a:solidFill>
          <a:ln w="165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877055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Poppins"/>
              </a:defRPr>
            </a:pPr>
            <a:r>
              <a:t>Database &amp; Deployment</a:t>
            </a:r>
          </a:p>
        </p:txBody>
      </p:sp>
      <p:pic>
        <p:nvPicPr>
          <p:cNvPr id="30" name="Picture 29" descr="mongod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952" y="4370831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78992" y="4370831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MongoDB Atlas</a:t>
            </a:r>
          </a:p>
        </p:txBody>
      </p:sp>
      <p:pic>
        <p:nvPicPr>
          <p:cNvPr id="32" name="Picture 31" descr="aw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91840" y="4370831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11880" y="4370831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AWS EC2</a:t>
            </a:r>
          </a:p>
        </p:txBody>
      </p:sp>
      <p:pic>
        <p:nvPicPr>
          <p:cNvPr id="34" name="Picture 33" descr="verce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8952" y="5010911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8992" y="5010911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Vercel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749039"/>
            <a:ext cx="5486400" cy="2286000"/>
          </a:xfrm>
          <a:prstGeom prst="rect">
            <a:avLst/>
          </a:prstGeom>
          <a:solidFill>
            <a:srgbClr val="FCE7F3"/>
          </a:solidFill>
          <a:ln w="165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877055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Poppins"/>
              </a:defRPr>
            </a:pPr>
            <a:r>
              <a:t>Integrations</a:t>
            </a:r>
          </a:p>
        </p:txBody>
      </p:sp>
      <p:pic>
        <p:nvPicPr>
          <p:cNvPr id="38" name="Picture 37" descr="gemini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9672" y="4370831"/>
            <a:ext cx="274320" cy="2743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39712" y="4370831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Gemini API</a:t>
            </a:r>
          </a:p>
        </p:txBody>
      </p:sp>
      <p:pic>
        <p:nvPicPr>
          <p:cNvPr id="40" name="Picture 39" descr="cloudinary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52560" y="4370831"/>
            <a:ext cx="274320" cy="274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372600" y="4370831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Cloudinary</a:t>
            </a:r>
          </a:p>
        </p:txBody>
      </p:sp>
      <p:pic>
        <p:nvPicPr>
          <p:cNvPr id="42" name="Picture 41" descr="gmail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9672" y="5010911"/>
            <a:ext cx="274320" cy="2743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39712" y="5010911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Nodemailer</a:t>
            </a:r>
          </a:p>
        </p:txBody>
      </p:sp>
      <p:pic>
        <p:nvPicPr>
          <p:cNvPr id="44" name="Picture 43" descr="googl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52560" y="5010911"/>
            <a:ext cx="274320" cy="2743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372600" y="5010911"/>
            <a:ext cx="2167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Poppins"/>
              </a:defRPr>
            </a:pPr>
            <a:r>
              <a:t>Google OAuth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36422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Poppins"/>
              </a:defRPr>
            </a:pPr>
            <a:r>
              <a:t>RapidPost – AI Powered Blogging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